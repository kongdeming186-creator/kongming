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36576" cy="41148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EVALUATION REPORT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六角亭智慧街道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民政综合管理系统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3716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 目 立 项 评 审 报 告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5943600"/>
            <a:ext cx="10332720" cy="0"/>
          </a:xfrm>
          <a:prstGeom prst="line">
            <a:avLst/>
          </a:prstGeom>
          <a:noFill/>
          <a:ln w="635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六角亭街道办事处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6035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政务信息化建设  ·  2024年7月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73152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3891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聚焦民政业务数字化转型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打造智慧街道治理新范式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0" y="1874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项目提案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PROPOSAL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2834640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0" y="2971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评审会意见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COMMENTS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931920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669280" y="4069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决策事项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MATTERS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六角亭智慧街道民政系统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560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项目提案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1645920" cy="45720"/>
          </a:xfrm>
          <a:prstGeom prst="rect">
            <a:avLst/>
          </a:prstGeom>
          <a:solidFill>
            <a:srgbClr val="C9A96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项目背景与现状分析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BACKGROUND &amp; CURRENT SITUATION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15600" y="5486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548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现状洞察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00" cy="4754880"/>
          </a:xfrm>
          <a:prstGeom prst="roundRect">
            <a:avLst>
              <a:gd name="adj" fmla="val 962"/>
            </a:avLst>
          </a:prstGeom>
          <a:solidFill>
            <a:srgbClr val="FAFBFC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45720" cy="47548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项目背景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4937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317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民政业务数据分散在低保、残疾、公租房等多个系统，数据不互通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08152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人工核实居民资格效率低，错保漏保风险高，缺乏智能预警手段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83133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网格员走访、信息采集依赖纸质记录，信息更新不及时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58114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街道管理层缺乏统一的数据视图，决策支撑不足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33095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上级民政部门对基层治理数字化转型提出明确要求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962"/>
            </a:avLst>
          </a:prstGeom>
          <a:solidFill>
            <a:srgbClr val="FAFBFC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463040"/>
            <a:ext cx="45720" cy="47548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691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现状问题与对策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2148840"/>
            <a:ext cx="4937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信息孤岛：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26680" y="23317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各业务系统独立 → 建设统一居民信息库，一窗式展示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08152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人工效率低：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26680" y="30815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资格核查依赖人工 → 引入AI智能匹配和自动比对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83133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预警滞后：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26680" y="383133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问题发现靠举报 → 建立多维度预警规则引擎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458114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走访困难：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26680" y="45811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网格员管理难 → 配套移动端，支持走访打卡记录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533095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数据难用：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26680" y="53309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统计报表靠汇总 → 提供多维度统计报表和可视化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六角亭智慧街道民政系统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项目目标、边界与核心方案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OBJECTIVES, SCOPE &amp; CORE SOLUTION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15600" y="5486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548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00" cy="4754880"/>
          </a:xfrm>
          <a:prstGeom prst="roundRect">
            <a:avLst>
              <a:gd name="adj" fmla="val 962"/>
            </a:avLst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45720" cy="4754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项目目标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4937760" cy="0"/>
          </a:xfrm>
          <a:prstGeom prst="line">
            <a:avLst/>
          </a:prstGeom>
          <a:noFill/>
          <a:ln w="635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317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建成街道级统一居民信息库，实现全量数据汇聚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08152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实现低保、残疾、公租房等10类保障标签统一管理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83133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建立智能预警体系，预警响应时效提升50%以上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58114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网格员移动端全覆盖，走访记录电子化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33095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AI政策匹配覆盖率达90%，减少人工遗漏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962"/>
            </a:avLst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463040"/>
            <a:ext cx="45720" cy="4754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691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项目边界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2148840"/>
            <a:ext cx="4937760" cy="0"/>
          </a:xfrm>
          <a:prstGeom prst="line">
            <a:avLst/>
          </a:prstGeom>
          <a:noFill/>
          <a:ln w="635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覆盖范围：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26680" y="23317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六角亭街道全部社区、小区、网格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08152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服务对象：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26680" y="30815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街道民政办、社区工作者、网格员、居民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83133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系统边界：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26680" y="383133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对接上级民政系统数据，不替代原有业务系统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458114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暂不涉及：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26680" y="45811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资金发放审批、财务结算等需政务专网业务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533095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网格员管理：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26680" y="53309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已暂缓，后续根据实际需求再建设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六角亭智慧街道民政系统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核心功能模块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FUNCTION MODULES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15600" y="5486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548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能力矩阵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3657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73736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B1D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居民信息管理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全量居民底册、基础信息、保障标签、历史档案一体化管理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1508760"/>
            <a:ext cx="3657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73736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B1D3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4924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智能预警管理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到龄/到期/财产/死亡等多维度规则预警与闭环处理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21040" y="1508760"/>
            <a:ext cx="3657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173736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B1D3A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AI政策匹配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0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基于居民条件智能推荐可享受政策，减少人工遗漏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3657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25196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B1D3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4297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统计报表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029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多维度数据统计、可视化图表、一键导出分析报告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89120" y="4023360"/>
            <a:ext cx="3657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425196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B1D3A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4297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63440" y="5029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居民基础信息、政策待遇标签批量模板化导入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21040" y="4023360"/>
            <a:ext cx="3657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9640" y="425196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B1D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4964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281160" y="4297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网格员移动端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95360" y="5029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居民查询、走访打卡、走访记录、现场信息采集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六角亭智慧街道民政系统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实施计划与投资预算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PLAN &amp; BUDGET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15600" y="5486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548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9966960" cy="0"/>
          </a:xfrm>
          <a:prstGeom prst="line">
            <a:avLst/>
          </a:prstGeom>
          <a:noFill/>
          <a:ln w="12700">
            <a:solidFill>
              <a:srgbClr val="E8D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847088"/>
            <a:ext cx="329184" cy="329184"/>
          </a:xfrm>
          <a:prstGeom prst="ellipse">
            <a:avLst/>
          </a:prstGeom>
          <a:solidFill>
            <a:srgbClr val="C9A961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47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需求调研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" y="226771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业务梳理 / 需求确认 / 方案设计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5008" y="1847088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5280" y="1847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0520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系统开发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05200" y="226771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后台管理端 / 核心功能开发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77328" y="1847088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7600" y="1847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2752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移动端开发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27520" y="226771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网格员移动端 / 接口联调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899648" y="1847088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0" y="1847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4984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测试上线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149840" y="226771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测试培训 / 试运行验收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00400"/>
            <a:ext cx="731520" cy="502920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3200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费用类别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32004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内容说明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0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预算（万元）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703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88720" y="3703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需求调研与设计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4800" y="3703320"/>
            <a:ext cx="576072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业务梳理、原型设计、方案输出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875520" y="37033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142232"/>
            <a:ext cx="1124712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42232"/>
            <a:ext cx="73152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88720" y="4142232"/>
            <a:ext cx="292608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后台管理系统开发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14800" y="4142232"/>
            <a:ext cx="576072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居民、预警、报表、AI匹配等模块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875520" y="41422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4581144"/>
            <a:ext cx="1124712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581144"/>
            <a:ext cx="73152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88720" y="4581144"/>
            <a:ext cx="292608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网格员移动端开发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114800" y="4581144"/>
            <a:ext cx="576072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移动H5、走访打卡、居民查询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875520" y="45811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5020056"/>
            <a:ext cx="1124712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5020056"/>
            <a:ext cx="73152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88720" y="5020056"/>
            <a:ext cx="292608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系统部署与集成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114800" y="5020056"/>
            <a:ext cx="576072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云资源、部署配置、接口对接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75520" y="50200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5458968"/>
            <a:ext cx="1124712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458968"/>
            <a:ext cx="73152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88720" y="5458968"/>
            <a:ext cx="292608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培训与运维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114800" y="5458968"/>
            <a:ext cx="576072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操作培训、1年运维支持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875520" y="54589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6.0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5897880"/>
            <a:ext cx="9418320" cy="502920"/>
          </a:xfrm>
          <a:prstGeom prst="rect">
            <a:avLst/>
          </a:prstGeom>
          <a:noFill/>
          <a:ln/>
        </p:spPr>
        <p:txBody>
          <a:bodyPr wrap="square" lIns="0" tIns="2540" rIns="381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合计总投资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875520" y="5897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60.0 万元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六角亭智慧街道民政系统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风险分析与控制措施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ANALYSIS &amp; CONTROL MEASURES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15600" y="5486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548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风险管控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5532120" cy="1463040"/>
          </a:xfrm>
          <a:prstGeom prst="roundRect">
            <a:avLst>
              <a:gd name="adj" fmla="val 3125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9164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67335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数据迁移风险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05740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历史数据多系统分散、格式不统一。控制：详细映射方案 + 三轮核对 + 原始数据可追溯。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5532120" cy="1463040"/>
          </a:xfrm>
          <a:prstGeom prst="roundRect">
            <a:avLst>
              <a:gd name="adj" fmla="val 3125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50876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69164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167335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需求变更风险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民政业务政策调整频繁。控制：敏捷迭代，每2周版本交付，建立变更评审机制。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5532120" cy="1463040"/>
          </a:xfrm>
          <a:prstGeom prst="roundRect">
            <a:avLst>
              <a:gd name="adj" fmla="val 3125"/>
            </a:avLst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546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33756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337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33192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用户接受度风险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7033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社区工作者年龄跨度大。控制：界面简洁易用，图文操作手册，分批面对面培训。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3154680"/>
            <a:ext cx="5532120" cy="1463040"/>
          </a:xfrm>
          <a:prstGeom prst="roundRect">
            <a:avLst>
              <a:gd name="adj" fmla="val 3125"/>
            </a:avLst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31546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333756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337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33192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数据安全风险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37033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居民敏感信息泄露风险。控制：加密存储，操作留痕，严格权限分级，符合等保要求。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800600"/>
            <a:ext cx="5532120" cy="1463040"/>
          </a:xfrm>
          <a:prstGeom prst="roundRect">
            <a:avLst>
              <a:gd name="adj" fmla="val 3125"/>
            </a:avLst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80060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49834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00200" y="496519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进度延期风险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" y="534924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4个月周期功能较多。控制：关键路径管理，预留2周缓冲期，核心功能优先交付。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4800600"/>
            <a:ext cx="5532120" cy="1463040"/>
          </a:xfrm>
          <a:prstGeom prst="roundRect">
            <a:avLst>
              <a:gd name="adj" fmla="val 3125"/>
            </a:avLst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480060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6400800" y="49834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496519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预算超支风险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0" y="534924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需求变更可能推高成本。控制：严格变更管理，超预算需求走追加审批流程。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六角亭智慧街道民政系统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评审会意见 &amp; 决策事项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OPINIONS &amp; DECISION MATTERS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15600" y="5486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548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结论输出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5532120" cy="4709160"/>
          </a:xfrm>
          <a:prstGeom prst="roundRect">
            <a:avLst>
              <a:gd name="adj" fmla="val 971"/>
            </a:avLst>
          </a:prstGeom>
          <a:solidFill>
            <a:srgbClr val="FAFBFC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评审会意见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2221992"/>
            <a:ext cx="9144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业务部门 · 民政办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确认需求覆盖全面，预警规则和标签体系符合街道实际业务场景，建议加快推进。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337560"/>
            <a:ext cx="4892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" y="33832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技术部门 · 党政办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技术方案可行，采用Vue3+Element Plus主流技术栈，云部署成本可控。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4892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77240" y="42976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财务部门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5720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60万预算在政务信息化项目合理区间内，建议按季度分期拨付。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5166360"/>
            <a:ext cx="4892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77240" y="52120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法务部门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需明确数据安全保密条款，居民个人信息保护须符合《个人信息保护法》。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508760"/>
            <a:ext cx="5532120" cy="4709160"/>
          </a:xfrm>
          <a:prstGeom prst="roundRect">
            <a:avLst>
              <a:gd name="adj" fmla="val 971"/>
            </a:avLst>
          </a:prstGeom>
          <a:solidFill>
            <a:srgbClr val="FAFBFC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7373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决策事项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46520" y="2221992"/>
            <a:ext cx="9144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4688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决策一 · 项目立项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7432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同意"六角亭智慧街道民政综合管理系统"项目正式立项。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3337560"/>
            <a:ext cx="4892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492240" y="33832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决策二 · 投资预算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6576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总投资预算控制在60万元以内，从街道政务信息化专项经费列支。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4251960"/>
            <a:ext cx="4892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492240" y="42976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决策三 · 建设模式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45720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街道自建+云部署，民政办牵头、党政办配合，公开招标确定承建单位。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92240" y="5166360"/>
            <a:ext cx="4892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492240" y="52120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决策四 · 项目周期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54864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总工期4个月（M1调研 → M4上线验收），2024年Q3完成全部建设。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六角亭智慧街道民政系统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六角亭智慧街道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六角亭智慧街道民政综合管理系统 - 项目立项评审报告</dc:title>
  <dc:subject>项目立项评审报告</dc:subject>
  <dc:creator>六角亭街道办事处</dc:creator>
  <cp:lastModifiedBy>六角亭街道办事处</cp:lastModifiedBy>
  <cp:revision>1</cp:revision>
  <dcterms:created xsi:type="dcterms:W3CDTF">2026-08-03T09:42:45Z</dcterms:created>
  <dcterms:modified xsi:type="dcterms:W3CDTF">2026-08-03T09:42:45Z</dcterms:modified>
</cp:coreProperties>
</file>